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20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8374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A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GRADUATION PROJECT · JAVA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2222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</a:t>
            </a:r>
            <a:endParaRPr lang="en-US" sz="5200" dirty="0"/>
          </a:p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System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163060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CF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&amp; Smart Living Spaces — a rule-based system that decides the right action for your home.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5"/>
            <a:ext cx="51752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0340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53920"/>
            <a:ext cx="485566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Adham Al Amir Ahmed</a:t>
            </a:r>
            <a:endParaRPr lang="en-US" sz="140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 Abdelbasit Gharib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572895"/>
            <a:ext cx="51752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1280" y="180340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31280" y="2153920"/>
            <a:ext cx="485566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Mohamed Salah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41"/>
            <a:ext cx="2880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the Project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20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desktop smart-home application where the user enters sensor readings and the expert system returns the </a:t>
            </a:r>
            <a:r>
              <a:rPr lang="en-US" sz="2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</a:t>
            </a:r>
            <a:r>
              <a:rPr lang="en-US" sz="20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 clear </a:t>
            </a:r>
            <a:r>
              <a:rPr lang="en-US" sz="2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explanation</a:t>
            </a:r>
            <a:r>
              <a:rPr lang="en-US" sz="20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5975" y="2538095"/>
            <a:ext cx="24828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7686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6480" y="3119120"/>
            <a:ext cx="208249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Temperature, presence, windows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8375" y="2538095"/>
            <a:ext cx="24828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8880" y="27686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38880" y="3119120"/>
            <a:ext cx="208249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Motion, time of day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0775" y="2538095"/>
            <a:ext cx="24828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1280" y="27686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31280" y="3119120"/>
            <a:ext cx="208249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 mode, motion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3175" y="2538095"/>
            <a:ext cx="24828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23680" y="27686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23680" y="3119120"/>
            <a:ext cx="208249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Smoke sensor and duration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2880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and Goals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9310" y="1569720"/>
            <a:ext cx="1085926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7490" indent="-2374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smart-home decisions with transparent IF-THEN rules</a:t>
            </a:r>
            <a:endParaRPr lang="en-US" sz="2000" dirty="0"/>
          </a:p>
          <a:p>
            <a:pPr marL="237490" indent="-2374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every decision so users understand why</a:t>
            </a:r>
            <a:endParaRPr lang="en-US" sz="2000" dirty="0"/>
          </a:p>
          <a:p>
            <a:pPr marL="237490" indent="-2374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energy and improve comfort and safety</a:t>
            </a:r>
            <a:endParaRPr lang="en-US" sz="2000" dirty="0"/>
          </a:p>
          <a:p>
            <a:pPr marL="237490" indent="-2374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a per-user history of all actions in a database</a:t>
            </a:r>
            <a:endParaRPr lang="en-US" sz="2000" dirty="0"/>
          </a:p>
          <a:p>
            <a:pPr marL="237490" indent="-237490" algn="l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secure login and registration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6238239"/>
            <a:ext cx="2880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6"/>
            <a:ext cx="2482850" cy="156591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53921"/>
            <a:ext cx="208249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SmartSystemModule (abstract base) and DBConnection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8375" y="1572896"/>
            <a:ext cx="2482850" cy="156591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8880" y="1803400"/>
            <a:ext cx="208249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 · lighting</a:t>
            </a:r>
            <a:endParaRPr lang="en-US" sz="180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· fire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38880" y="2428239"/>
            <a:ext cx="208249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rule-engine classes extending the 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572896"/>
            <a:ext cx="2482850" cy="156591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12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uisytem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31280" y="2153921"/>
            <a:ext cx="208249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Swing GUI: login, register, menu, system screens, history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3175" y="1572896"/>
            <a:ext cx="2482850" cy="156591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3680" y="1803400"/>
            <a:ext cx="208249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smarthomeexpertsystem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23680" y="2428239"/>
            <a:ext cx="208249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class: splash screen, then login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2880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6"/>
            <a:ext cx="24828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 smtClean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/ 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53921"/>
            <a:ext cx="208249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chemeClr val="accent4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language, desktop application</a:t>
            </a:r>
            <a:endParaRPr lang="en-US" sz="1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508375" y="1572896"/>
            <a:ext cx="24828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88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Swing / NetBeans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38880" y="2153921"/>
            <a:ext cx="208249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chemeClr val="accent4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 forms and event handling</a:t>
            </a:r>
            <a:endParaRPr lang="en-US" sz="1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200775" y="1572896"/>
            <a:ext cx="24828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12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JDBC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31280" y="2153921"/>
            <a:ext cx="208249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chemeClr val="accent4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connectivity with PreparedStatement</a:t>
            </a:r>
            <a:endParaRPr lang="en-US" sz="1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3175" y="1572896"/>
            <a:ext cx="2482850" cy="1291590"/>
          </a:xfrm>
          <a:prstGeom prst="roundRect">
            <a:avLst>
              <a:gd name="adj" fmla="val 762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36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SQL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23680" y="2153921"/>
            <a:ext cx="208249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chemeClr val="accent4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XE database, tables and queries</a:t>
            </a:r>
            <a:endParaRPr lang="en-US" sz="1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2880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System Rules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9881"/>
          <a:ext cx="10556241" cy="303784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Inputs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Climate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Temperature, user present, window status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AC, heater, fan, curtains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Lighting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Motion, light status, day/night, idle minutes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Lights on/off, timer reset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 mode (Home/Sleep/Away), motion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Siren and phone alert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Smoke sensor, duration ≥ 5 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Alarm, notify, shut down climate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2880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Object-Oriented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6"/>
            <a:ext cx="2482850" cy="17716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53921"/>
            <a:ext cx="2082495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chemeClr val="accent4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SmartSystemModule declares abstract evaluate(), plus act and exp fields</a:t>
            </a:r>
            <a:endParaRPr lang="en-US" sz="1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508375" y="1572896"/>
            <a:ext cx="2482850" cy="17716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88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38880" y="2153921"/>
            <a:ext cx="208249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chemeClr val="accent4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Climate, Lighting, Security and Fire systems extend the base class</a:t>
            </a:r>
            <a:endParaRPr lang="en-US" sz="1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200775" y="1572896"/>
            <a:ext cx="2482850" cy="17716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12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31280" y="2153921"/>
            <a:ext cx="208249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chemeClr val="accent4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system overrides evaluate() with its own rules</a:t>
            </a:r>
            <a:endParaRPr lang="en-US" sz="1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3175" y="1572896"/>
            <a:ext cx="2482850" cy="17716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3680" y="1803400"/>
            <a:ext cx="20824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23680" y="2153921"/>
            <a:ext cx="2082495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chemeClr val="accent4">
                    <a:lumMod val="1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inputs set through constructors; printACT() and printEXP() expose results</a:t>
            </a:r>
            <a:endParaRPr lang="en-US" sz="1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2880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603500" y="1569721"/>
            <a:ext cx="6985000" cy="3810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pic>
        <p:nvPicPr>
          <p:cNvPr id="4" name="Image 0" descr="Database schema: HOME_USER one-to-many HISTORY"/>
          <p:cNvPicPr>
            <a:picLocks noChangeAspect="1"/>
          </p:cNvPicPr>
          <p:nvPr/>
        </p:nvPicPr>
        <p:blipFill>
          <a:blip r:embed="rId3"/>
          <a:srcRect l="-117" r="-117"/>
          <a:stretch/>
        </p:blipFill>
        <p:spPr>
          <a:xfrm>
            <a:off x="2609850" y="1576071"/>
            <a:ext cx="6972300" cy="3797300"/>
          </a:xfrm>
          <a:prstGeom prst="roundRect">
            <a:avLst>
              <a:gd name="adj" fmla="val 2508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2606675" y="1572896"/>
            <a:ext cx="6978650" cy="3803650"/>
          </a:xfrm>
          <a:prstGeom prst="roundRect">
            <a:avLst>
              <a:gd name="adj" fmla="val 2588"/>
            </a:avLst>
          </a:prstGeom>
          <a:noFill/>
          <a:ln w="6350">
            <a:solidFill>
              <a:srgbClr val="DDD8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6238242"/>
            <a:ext cx="2880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6"/>
            <a:ext cx="1944370" cy="153162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803400"/>
            <a:ext cx="1534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Splash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53921"/>
            <a:ext cx="15341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bar, then login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69895" y="1572896"/>
            <a:ext cx="1944370" cy="153162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03400"/>
            <a:ext cx="1534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Login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153921"/>
            <a:ext cx="153416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or sign in, validated against HOME_USER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3815" y="1572896"/>
            <a:ext cx="1944370" cy="153162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4320" y="1803400"/>
            <a:ext cx="1534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Menu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54320" y="2153921"/>
            <a:ext cx="153416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Climate, Light, Security, Fire, History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77735" y="1572896"/>
            <a:ext cx="1944370" cy="153162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08240" y="1803400"/>
            <a:ext cx="1534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Decide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08240" y="2153921"/>
            <a:ext cx="153416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inputs; rules give action and explanation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31655" y="1572896"/>
            <a:ext cx="1944370" cy="153162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62160" y="1803400"/>
            <a:ext cx="1534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53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Save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62160" y="2153921"/>
            <a:ext cx="15341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stored in HISTORY via JDBC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29789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HITU Smart Home Expert System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308864"/>
            <a:ext cx="1088339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3263900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CF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Adham Al Amir Ahmed · Ahmed Abdelbasit Gharib</a:t>
            </a:r>
            <a:endParaRPr lang="en-US" sz="20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CF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Supervisor: Dr. Mohamed Salah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422910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520"/>
              </a:lnSpc>
            </a:pPr>
            <a:r>
              <a:rPr lang="en-US" sz="1800" dirty="0">
                <a:solidFill>
                  <a:srgbClr val="0A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</a:t>
            </a:r>
            <a:r>
              <a:rPr lang="en-US" dirty="0">
                <a:solidFill>
                  <a:srgbClr val="0A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[https://github.com/Adham-Al-Amir/HITU-Smart-Home-Expert-System]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TU Smart Home Expert System">
  <a:themeElements>
    <a:clrScheme name="HITU Smart Home Expert System">
      <a:dk1>
        <a:srgbClr val="14213D"/>
      </a:dk1>
      <a:lt1>
        <a:srgbClr val="F4F1EA"/>
      </a:lt1>
      <a:dk2>
        <a:srgbClr val="4C5568"/>
      </a:dk2>
      <a:lt2>
        <a:srgbClr val="DEDCD9"/>
      </a:lt2>
      <a:accent1>
        <a:srgbClr val="6532FF"/>
      </a:accent1>
      <a:accent2>
        <a:srgbClr val="0AA5A5"/>
      </a:accent2>
      <a:accent3>
        <a:srgbClr val="5B6475"/>
      </a:accent3>
      <a:accent4>
        <a:srgbClr val="C9CFDD"/>
      </a:accent4>
      <a:accent5>
        <a:srgbClr val="9AA0A6"/>
      </a:accent5>
      <a:accent6>
        <a:srgbClr val="6E7482"/>
      </a:accent6>
      <a:hlink>
        <a:srgbClr val="0563C1"/>
      </a:hlink>
      <a:folHlink>
        <a:srgbClr val="954F72"/>
      </a:folHlink>
    </a:clrScheme>
    <a:fontScheme name="HITU Smart Home Expert System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471</Words>
  <Application>Microsoft Office PowerPoint</Application>
  <PresentationFormat>Widescreen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HITU Smart Home Expert System</vt:lpstr>
      <vt:lpstr>HITU Smart Home Expert System</vt:lpstr>
      <vt:lpstr>Project Team</vt:lpstr>
      <vt:lpstr>About the Project</vt:lpstr>
      <vt:lpstr>Purpose and Goals</vt:lpstr>
      <vt:lpstr>Project Structure</vt:lpstr>
      <vt:lpstr>Technologies Used</vt:lpstr>
      <vt:lpstr>Expert System Rules</vt:lpstr>
      <vt:lpstr>Object-Oriented Design</vt:lpstr>
      <vt:lpstr>Database Schema</vt:lpstr>
      <vt:lpstr>Application Flow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HITU Smart Home Expert System</dc:title>
  <dc:subject/>
  <dc:creator/>
  <cp:lastModifiedBy>DELL 3580</cp:lastModifiedBy>
  <cp:revision>4</cp:revision>
  <dcterms:created xsi:type="dcterms:W3CDTF">2026-10-27T18:22:05Z</dcterms:created>
  <dcterms:modified xsi:type="dcterms:W3CDTF">2026-10-27T19:09:57Z</dcterms:modified>
</cp:coreProperties>
</file>